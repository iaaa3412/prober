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The Electrical Prober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  <a:latin typeface="Segoe UI"/>
              </a:rPr>
              <a:t>Rebuilding wafer-probe test automation from the ground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9E0B"/>
                </a:solidFill>
                <a:latin typeface="Segoe UI"/>
              </a:rPr>
              <a:t>A non-technical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Segoe UI"/>
              </a:rPr>
              <a:t>Internal engineering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Why This Project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The old system ran on LabVIEW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a graphical programming tool that has powered our wafer probers for years, but is expensive to license, slow to change, and increasingly hard to find engineers who know it well.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It was built assumption by assumption for the exact hardware in front of it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adding a new product, probe card, or instrument usually meant rewiring the underlying program itself, not just changing a setting.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The goal: rebuild the same capability in Python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a free, modern, widely-known language, with a real codebase that can be version-controlled, tested, and handed off to the next engineer without a specialty tool.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Nothing about how the wafer probers or instruments physically work changed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the new software just talks to the same hardware in a cleaner, more flexible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the GUI Does, In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In one sentence: it drives a robotic wafer prober and its lab instruments to automatically electrically test every chip on a silicon wafer, one at a time - then shows the results back live, on screen, as they happen.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One application covers the whole job end to end: setting up what to test, running the test, watching it happen, and getting the data out the other side - instead of several disconnected tools stitched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Running a wafer live - position, pass/fail, and yield update in real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MODERNIZING THE 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One Modern Program, Two Aging Machines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lab runs two physically different prober systems - Accretech and Electroglas - from two different manufacturers, each with its own control software and its own age.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Electroglas system's original control software was still tied to Windows XP - an operating system Microsoft stopped supporting years ago, with no security updates and shrinking hardware compatibility.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new application replaces both machines' aging, single-purpose control software with one modern program on modern Windows, with a single toggle to switch between them. Recipes, wafer maps, results, and exports all work the same way no matter which machine is underneath.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6980" y="1562100"/>
            <a:ext cx="5471160" cy="2975991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electro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94960" cy="2899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61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Same GUI, switched to drive the Electroglas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A DIFFERENT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From Hardcoded to Configurable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old Accretech/LabVIEW system baked its knowledge into the program itself - which pins meant what, which steps a test ran, how a wafer was laid out were effectively wired into the code. A new product often meant a new build, done by someone who knew LabVIEW.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The new GUI turns all of that into ordinary, editable settings: probe card pinouts, test recipes, wafer layouts, and instrument choices are all built and changed directly on screen, by anyone on the team - no programming required.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That single shift is what makes the system genuinely easy to use on a complicated piece of equipment: bringing up a brand-new product is now a configuration task, not a software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Building a test recipe by editing steps directly, no code involved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HOW IT TALKS TO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 Common Language for Old &amp; New Instruments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GPIB is a decades-old cable standard</a:t>
            </a:r>
            <a:r>
              <a:rPr sz="1700" b="0">
                <a:solidFill>
                  <a:srgbClr val="4B5563"/>
                </a:solidFill>
                <a:latin typeface="Segoe UI"/>
              </a:rPr>
              <a:t>  —  still the industry norm for connecting lab instruments (source-measure units, multimeters, switch matrices) to a controlling computer.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Every instrument on the bench - old or new, from any manufacturer - speaks the same basic protocol over it.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The software has one "driver" per instrument model that translates a plain request ("apply 5 volts," "read the current") into the exact commands that model expects.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▸  Because that translation layer is isolated, swapping in a newer instrument - or adding a brand-new one - doesn't require touching the rest of the program.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Wafer Map: The Real Engine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Before anything can be tested, the software needs to know the exact layout of the wafer: how many chips ("dies"), how they're arranged in rows and columns, and which ones exist near the wafer's rounded edge.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That map can be built by hand, imported from a design file, or pulled straight from the prober's own hardware - and once it exists, it becomes the shared foundation for everything else: the test recipe walks it, the live run screen tracks position on it, and the results paint pass/fail directly onto it.</a:t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11827"/>
                </a:solidFill>
                <a:latin typeface="Segoe UI"/>
              </a:rPr>
              <a:t>It isn't just a picture of the wafer - it's a general "grid of positions, each with its own state" engine that the rest of the program is built around.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56210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wafer_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67448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Wafer Builder - the shared map every other screen relies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THE CORE IDEA,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Single Biggest Thing to Reuse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Segoe UI"/>
              </a:rPr>
              <a:t>Of everything in this system, the wafer map engine is the most valuable piece to carry elsewhere - because "a grid of positions that each get visited and get a result" shows up far beyond wafer probing.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Any equipment that steps through a fixed layout of positions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a different prober, a socket board, a tray of parts - can reuse the exact same map, without touching how it's drawn or tracked.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The pass/fail-per-position coloring, the click-to-inspect detail, and the "skip/align" handling for irregular edges all come for free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they were built generically, not wafer-specific.</a:t>
            </a:r>
          </a:p>
          <a:p>
            <a:pPr>
              <a:spcAft>
                <a:spcPts val="16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Swapping in a new layout is a data change, not a redesign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the same map component happily describes a round wafer, a rectangular tray, or an arbitrary custom grid.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Seeing the Whole Wafer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As each die is tested, its pass/fail status colors in on a wafer-shaped map, so patterns - a bad edge, a failing cluster - jump out visually instead of hiding in a spreadsheet.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Every individual measurement is kept too, and can be exported in whatever format the next step downstream - a database, another team's tool - expects.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Pass/fail wafer map and data export, built on the same map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UNATTENDED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Running Many Wafers Without a Person Watching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Production testing rarely means one wafer at a time. A cassette holds a whole stack of wafers, and the software can load, test, unload, and move to the next one entirely on its own.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A configurable yield threshold decides whether to keep going automatically or pause for a person to look - letting one operator supervise many wafers instead of babysitting each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cas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Cassette automation - unattended, multi-wafer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PROJECT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Everything for One Product, in One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Every product/test program gets its own self-contained folder: its probe cards, its recipes, its wafer maps, its default settings - all in one place.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827"/>
                </a:solidFill>
                <a:latin typeface="Segoe UI"/>
              </a:rPr>
              <a:t>That folder can be copied, backed up, or handed to another bench wholesale, and the software shows exactly what it found (and what's missing) at a glance instead of requiring a manual file hunt.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4100" y="1196340"/>
            <a:ext cx="5654040" cy="3074289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577840" cy="29980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30872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  <a:latin typeface="Segoe UI"/>
              </a:rPr>
              <a:t>Everything for one product, organized and visible in one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the Rewrite Actually Bought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Retired an unsupported operating system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the Electroglas side no longer depends on Windows XP - one less unpatched machine on the network.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Turned a hardcoded system into a configurable one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building a new product is now a matter of filling in a probe card, a wafer map, and a recipe on screen, not writing new software.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No more per-seat LabVIEW licensing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the whole application runs on free, open tools.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A real, readable codebase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changes are tracked, reviewed, and reversible - not buried in a proprietary block-diagram file.</a:t>
            </a:r>
          </a:p>
          <a:p>
            <a:pPr>
              <a:spcAft>
                <a:spcPts val="1300"/>
              </a:spcAft>
            </a:pPr>
            <a:r>
              <a:rPr sz="1650" b="1">
                <a:solidFill>
                  <a:srgbClr val="111827"/>
                </a:solidFill>
                <a:latin typeface="Segoe UI"/>
              </a:rPr>
              <a:t>▸  Easier to hand off</a:t>
            </a:r>
            <a:r>
              <a:rPr sz="1650" b="0">
                <a:solidFill>
                  <a:srgbClr val="4B5563"/>
                </a:solidFill>
                <a:latin typeface="Segoe UI"/>
              </a:rPr>
              <a:t>  —  Python is a skill far more engineers already have than a niche graphical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Where Else This Could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Segoe UI"/>
              </a:rPr>
              <a:t>Beyond the wafer map itself, the rest of the architecture - GPIB-driven instruments and step-by-step recipes - fits any bench-style automated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64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Other wafer probers or prober brands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any station that steps across a grid of positions running electrical tests is the same problem with different geometry - the wafer map engine carries over directly.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Burn-in and reliability test racks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many parts, each stepped through a fixed sequence of stress/measure steps over time.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PCB / module functional test benches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swap the wafer map for a fixture of board positions; everything else - instrument driving, recipes, pass/fail, export - carries over.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RF and optical test setups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same GPIB/instrument-driver backbone, different measurement types.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▸  Any lab process still running on old, unsupported machines or one engineer's hardcoded program</a:t>
            </a:r>
            <a:r>
              <a:rPr sz="1600" b="0">
                <a:solidFill>
                  <a:srgbClr val="4B5563"/>
                </a:solidFill>
                <a:latin typeface="Segoe UI"/>
              </a:rPr>
              <a:t>  —  is a candidate for the same kind of rebuild.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Same hardware. Modern, configurable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Segoe UI"/>
              </a:rPr>
              <a:t>Questions /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